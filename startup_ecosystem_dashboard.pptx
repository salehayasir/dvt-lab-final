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morning/afternoon. Today I'm presenting my semester project — an interactive dashboard for visualizing startup ecosystem data using D3.js and modern web technologies.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100+ startups with 12 key variables. The temporal span of 11 years allows trend analysis, and geographic diversity across regions provides rich comparative opportunities.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d3.csv imports everything as strings. In the preprocessing module, I passed a row conversion function using the unary plus operator to cast strings to numbers immediately upon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uses CSS Grid that auto-adapts from 3 columns on desktop down to 1 column on mobile. KPIs are positioned first to give context before the detailed visualizations.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selected 8 visualizations based on data characteristics. Scatter plots reveal continuous-continuous correlations. Bar charts compare categorical values. Pie/Donut for part-to-whole. Line for temporal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central filter state object in main.js tracks active filters. When a chart fires a callback, the state updates, data is re-filtered with JS .filter(), then all chart .update() methods are called with new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dashboard in the browser and demonstrate the interactive features step by step. Have a video backup ready in case of connectivity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learning outcomes and future work. Open to questions — viva Q&amp;A on D3.js architecture, cross-filtering implementation, and visualization choice justification.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E4A7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Ecosystem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7EB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Data Visualization System for Startup Analysis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Techniques  •  </a:t>
            </a:r>
            <a:pPr indent="0" marL="0">
              <a:buNone/>
            </a:pPr>
            <a:r>
              <a:rPr lang="en-US" sz="1200" b="1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v7  •  HTML5  •  CSS3  •  JavaScript ES6+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salehayasir.github.io/dvt-lab-final/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Variables &amp; Why It Was Chosen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733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Startups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2344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2801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16733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331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286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23317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1995–2006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86000" y="2724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18872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1280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Variables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169164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D6E8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7465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965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Valuation, Revenue, Employees, Market Share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2496312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5511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770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Region, Exit Status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3300984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355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5753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Founded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4105656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160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43799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(~40–60% profitable)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Values, Type Casting &amp; Data Normalization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475488" cy="475488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280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Loading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5361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d3.csv() loads raw data; all values imported as strings by default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21992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21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21762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Casting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43230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converter with unary + operator: +d["Funding"] converts strings to numbers instantly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18104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18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307238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32841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rows with null/undefined numerical fields before binding to charts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14216"/>
            <a:ext cx="475488" cy="47548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142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396849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42245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linear &amp; band scales map raw data ranges to pixel coordinates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Principles, Grid Layout &amp; Color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5720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297680" cy="41148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Title &amp; Navigation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D6E8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178308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D6E8FF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17830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78308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D6E8FF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7830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178308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D6E8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7830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D6E8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7744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65960" y="237744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1965960" y="237744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237744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F0F9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37744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7472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65960" y="347472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D6E8FF"/>
          </a:solidFill>
          <a:ln/>
        </p:spPr>
      </p:sp>
      <p:sp>
        <p:nvSpPr>
          <p:cNvPr id="25" name="Text 23"/>
          <p:cNvSpPr/>
          <p:nvPr/>
        </p:nvSpPr>
        <p:spPr>
          <a:xfrm>
            <a:off x="1965960" y="347472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47472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47472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12080" y="118872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4960" y="1325880"/>
            <a:ext cx="457200" cy="45720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1261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Scheme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9320" y="1517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blues &amp; grays; D3 categorical palettes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12080" y="2084832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222199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89320" y="2157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89320" y="24140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 headers + Calibri body; strong size contrast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212080" y="2980944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94960" y="3118104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89320" y="30540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Grid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89320" y="3310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 → 2-col → 1-col via CSS Grid breakpoints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12080" y="3877056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94960" y="4014216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5" name="Text 43"/>
          <p:cNvSpPr/>
          <p:nvPr/>
        </p:nvSpPr>
        <p:spPr>
          <a:xfrm>
            <a:off x="539496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989320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Hierarchy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989320" y="4206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first → Large charts → Medium detail charts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Choices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Interactive Charts — Each Chosen for Its Variable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389888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1E6FD9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8992" y="12618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vs 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5361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continuous variables; shows outliers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3258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389888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59552" y="12618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59552" y="15361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startup counts across categorical industries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084832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22199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2286000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0EA5E9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2286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" y="215798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vs Employees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24323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productivity ratio across startups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084832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83480" y="222199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2286000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22C55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2286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59552" y="215798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Founded Over Time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59552" y="24323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temporal trends in startup founding activity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980944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311810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0" y="3182112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749040" y="31821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" y="30540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Status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78992" y="33284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Part-to-whole: Private vs Acquired breakdown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2980944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83480" y="3118104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29600" y="3182112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31821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59552" y="30540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Distribution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559552" y="33284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breakdown across Europe, S.America, Asia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877056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401421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749040" y="4078224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8B5CF6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749040" y="407822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78992" y="3950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by Industry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78992" y="42245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success rates across sector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46320" y="3877056"/>
            <a:ext cx="4251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983480" y="401421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6" name="Text 54"/>
          <p:cNvSpPr/>
          <p:nvPr/>
        </p:nvSpPr>
        <p:spPr>
          <a:xfrm>
            <a:off x="498348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229600" y="4078224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14B8A6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407822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559552" y="3950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Rounds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559552" y="42245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funding activity frequency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Brushing, Cross-Filtering &amp; Tooltips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53312"/>
            <a:ext cx="548640" cy="548640"/>
          </a:xfrm>
          <a:prstGeom prst="ellipse">
            <a:avLst/>
          </a:prstGeom>
          <a:solidFill>
            <a:srgbClr val="1E6F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3502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Click-to-Filter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9105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Bar Chart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bar → all charts filter to that industry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again to deselect and reset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353312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53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23560" y="133502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Brush-to-Filter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23560" y="159105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Line Chart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9202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across timeline to select year range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212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update in real-time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d3.brushX() with pixel ↔ data invert()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27832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20954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Hover Tooltips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46557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Charts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values: name, funding, revenue, employees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0873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any data point; no cluttering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044952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3227832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3560" y="320954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KPI Updates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346557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Cards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recalculate in real-time on filter changes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40873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totals for filtered subset only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E4A7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162D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https://salehayasir.github.io/dvt-lab-final/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56432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564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 industry bar to cross-filter all 8 charts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849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 the timeline to filter by year range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42816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42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4242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any data point for the tooltip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636008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360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4636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KPI cards update live as filters change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E4A7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data binding &amp; Enter-Update-Exit pattern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CSS Grid with media query breakpoints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195681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56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1956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via central state + callbacks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43230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32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432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Brushing, tooltips &amp; interactive design patterns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077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07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2907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deployment &amp; version control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162D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Search/filter UI  ·  CSV data export  ·  Dark mode toggle  ·  Multi-select regions  ·  Jest unit tests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663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Ecosystem Dashboard</dc:title>
  <dc:subject>PptxGenJS Presentation</dc:subject>
  <dc:creator>PptxGenJS</dc:creator>
  <cp:lastModifiedBy>PptxGenJS</cp:lastModifiedBy>
  <cp:revision>1</cp:revision>
  <dcterms:created xsi:type="dcterms:W3CDTF">2026-06-19T16:27:44Z</dcterms:created>
  <dcterms:modified xsi:type="dcterms:W3CDTF">2026-06-19T16:27:44Z</dcterms:modified>
</cp:coreProperties>
</file>